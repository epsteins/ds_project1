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79280" cy="18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9F84A4-6C55-4A5A-9592-1584562DB844}" type="slidenum"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280" cy="11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3780000"/>
            <a:ext cx="10079280" cy="18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021988-EBE3-41EF-A047-D8B049072C1B}" type="slidenum"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280" cy="11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flipV="1">
            <a:off x="0" y="-720"/>
            <a:ext cx="10079280" cy="10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F6F92-63B3-4662-9B12-283C84D4188E}" type="slidenum"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flipV="1">
            <a:off x="0" y="-720"/>
            <a:ext cx="10079280" cy="10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FA7096-0322-427E-9E76-9518E7745591}" type="slidenum"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flipV="1">
            <a:off x="0" y="-720"/>
            <a:ext cx="10079280" cy="1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6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E58AAD-BE10-4F5A-AA6F-8062AAED6D5A}" type="slidenum">
              <a:rPr b="0" lang="en-US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5580000"/>
            <a:ext cx="10079280" cy="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178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 anchorCtr="1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Descriptive Analysis of Baton Rouge Police Department</a:t>
            </a:r>
            <a:br>
              <a:rPr sz="4400"/>
            </a:br>
            <a:r>
              <a:rPr b="0" lang="en-US" sz="4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Crime Incident Reports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1280" cy="124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Stephan Epstein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December, 10, 2025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Objectives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Why Data Driven Policing?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Provide a General Overview of Baton Rouge and it’s Police Department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Background of the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Identify Crime Patters through EDA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Volume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Time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Location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Data Driven Policing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Key Components: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Data Analysis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Predictive Analytics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Technology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Move from Traditional Reactive Policing (respond to a call) to more Proactive, Strategic </a:t>
            </a: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Model (Track Patterns, Predict, Prevent)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Benefits: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Enhanced Crime Prevention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Improved Resource Allocation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Improved Investigations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Increased Accountability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42"/>
              </a:spcAft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Baton Rouge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State Capital of Louisiana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Population: 220,907 (2024 estimate)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Size: 86.32 Square Miles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Annual Police Budget (2025): $98,325,000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570 Police Officers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267 Unsworn Members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The Data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CSV file obtained through Data.Gov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Crime Incident Reports from Jan 1, 2021 through December 6, 2025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161,594 Records in Dataset (i.e. Incident Reports)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1,178 Types of Crimes (‘STATUTE DESCRIPTION’)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89640"/>
            <a:ext cx="907128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Munging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Multiple Numerical Index Columns needed to be cast as Integers for use,originally defined as object or float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Nan conditions identified, decision made to retain observation, set value to mean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Index Columns normalized to fold different expressions of same index together (e.g. 5 and 5.0, 4A’ = 4A + 4a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Incident Reports by Time of Day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9614880" cy="39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Incident Reports by Month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21240" y="1143000"/>
            <a:ext cx="10080360" cy="439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Incident Reports by Day of Week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46080" y="1143000"/>
            <a:ext cx="10030680" cy="441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Incident Reports by Day of Month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98640" y="1371600"/>
            <a:ext cx="9925920" cy="354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10840" y="92520"/>
            <a:ext cx="9071280" cy="7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Count Scaled Scatter Plot by Council District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360" y="1767960"/>
            <a:ext cx="10080360" cy="303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Count Scaled Scatter Plot of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Statute vs. Time of Day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360" y="2057400"/>
            <a:ext cx="10080360" cy="273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-4032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Count Scaled Plot 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Council District vs. Day of Week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0" y="1600200"/>
            <a:ext cx="10080360" cy="32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-4032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Count Scaled Plot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Council District vs. Day of Month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21240" y="1600200"/>
            <a:ext cx="10080360" cy="333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-4032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Count Scaled Plot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Day of Week vs. Hour of Week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21240" y="1659960"/>
            <a:ext cx="10080360" cy="359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-4032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3D Bubble Plot of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Day, Hour and Council District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539640" y="1371600"/>
            <a:ext cx="9043560" cy="430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Suggested Improvements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more robust input checking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Error Checking for empty fields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Many fields lend themselves to Menu Driven Input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Auto correcting for Alpha Value Case Sensitvity, Integer Only input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 Areas for Further Research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Attempt to identify likely Occurrence Date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Analysis using Different Location Identifiers (e.g. Zip Code, Neighborhood, LAT/LONG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Cluster Analysis (e.g. DBSCAN?)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Further Analysis of Specific types of Crime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Individual Statutes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Related collections of Statutes (e.g. Homicides, Traffic Violations)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504000" y="630000"/>
            <a:ext cx="9071280" cy="438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504000" y="269280"/>
            <a:ext cx="9071280" cy="459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2025-12-09T12:49:06Z</dcterms:created>
  <dc:creator/>
  <dc:description>This work is licensed under a Creative Commons 0 License.
It makes use of the works of fsanchez.</dc:description>
  <dc:language>en-US</dc:language>
  <cp:lastModifiedBy/>
  <dcterms:modified xsi:type="dcterms:W3CDTF">2025-12-10T16:16:15Z</dcterms:modified>
  <cp:revision>12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